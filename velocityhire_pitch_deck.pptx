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⚡ VelocityHire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*AI-Powered Recruitment Intelligence*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"Stop hiring by credentials. Start hiring by learning velocity."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Built with LangGraph · Multi-agent · Multi-tenant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Live Demo: https://q1inyxqs.run.complete.dev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Complete.dev AI Agent Hackathon ·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The best engineers don't look like the best engineers.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Traditional ATS systems rank candidates by: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❌ Years of experience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❌ Previous company names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❌ Credential keywords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But in an AI-first world, the best startup engineers are defined by: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Won a hackathon last month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Learned LangGraph 3 months ago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Shipped an LLM tool used by 500 people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89 GitHub commits in the last 30 days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*"Every startup I've talked to has the same problem: they filter by credentials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and get experienced-but-stuck engineers."*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THE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Learning velocity &gt; credential history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Candidate | Traditional ATS Rank | VelocityHire Rank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|-----------|---------------------|-------------------|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Jordan — 8 yrs Java, last commit 2yr ago | #1 | #4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Elena — 6mo bootcamp, 89 commits, LLM tool | #5 | #1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Marcus — AI hackathon winner last month | #3 | #2 |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The Ranking Flip. This is what VelocityHire is built to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Three LangGraph AI agents working in sequence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`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Candidate Profile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↓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┌─────────────────────────────┐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Agent 1 — Profile Analyzer │  Scores learning velocity (0–100)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Hackathons · Skills ·      │  40% hackathons · 25% skills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Certs · Recency            │  20% certs · 15% recency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└──────────────┬──────────────┘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↓ adaptability score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┌─────────────────────────────┐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Agent 2 — Job Matcher      │  Adaptability (60%) +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Role Fit · Culture Fit     │  Role fit (25%) + Culture (15%)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└──────────────┬──────────────┘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↓ match score + tier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┌─────────────────────────────┐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Agent 3 — Outreach Coord.  │  Auto-generates: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LinkedIn · Email ·         │  LinkedIn msg · Email ·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│  Follow-up · ATS Note       │  Follow-up · ATS recruiter note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└─────────────────────────────┘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`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One candidate profile in. Full personalised recruitment campaign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THE SCORING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Adaptability Score — 100 points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Dimension | Weight | What We Measure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|-----------|--------|----------------|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🏆 Hackathons | 40 pts | Wins last 3mo = 20pts · 6mo = 15pts · 12mo = 10pts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⚡ Skills | 25 pts | LangGraph · GenAI · Rust · Svelte adoption recency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📚 Certifications | 20 pts | Cloud/AI certs · recency × relevance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🕐 Recency | 15 pts | GitHub commits · blog posts · talks last 30/90 days |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Threshold: 70+ → Recommend for interview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Outreach Tiers: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🏆 85+ → PRIORITY — same-day fast-track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⭐ 70–84 → STANDARD — normal pipeline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55–69 → NURTURE — future-role framing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📋 &lt;55 → ARCHIVE — passive acknowledgement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Try it now: https://q1inyxqs.run.complete.dev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What you'll see: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  ▶ Click "Run Full Pipeline Demo"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  5 candidates processed through all 3 agents in real time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  Watch the ranking flip happen live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  Agent 3 generates full outreach for each candidate automatically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  Test a live Greenhouse/Lever/BambooHR webhook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Demo highlights: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Marcus Rivera 🏆 — AI hackathon winner, LangGraph contributor → Score: 94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Elena Voronova 🚀 — bootcamp grad, 89 commits, LLM tool → Score: 87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Jordan Kim 📋 — 8 years Java, last commit 2yr ago → Score: 52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2 commands to run locally: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`bash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git clone https://github.com/agentic-wq/velocityhire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MOCK_MODE=true python -m uvicorn demo.app:app --port 8000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ENTERPRISE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Not a toy. A production-ready intelligence layer.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ATS Integrations (live webhooks):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Provider | Event | Status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|----------|-------|--------|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🌿 Greenhouse | candidate.created | ✅ Live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⚙️ Lever | candidateCreated | ✅ Live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🎋 BambooHR | employee.hired | ✅ Live |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Multi-tenancy: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Full data isolation via X-Company-ID header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Every API call scoped per company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No separate DB instances needed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Analytics dashboard: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Pipeline conversion rates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Tier breakdown charts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Predictive hiring insights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*The ATS doesn't change. The recruiter workflow doesn't change.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VelocityHire slots in as the intelligence layer.*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Built on the right stack for agent systems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Layer | Technology | Why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|-------|-----------|-----|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Agent orchestration | LangGraph 0.2 (StateGraph) | Stateful, resumable, conditional routing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API framework | FastAPI + Uvicorn | Async, fast, OpenAPI auto-docs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Persistence | SQLite (demo) / PostgreSQL (prod) | Multi-tenant, 5 tables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Scoring | Rule-based MOCK_MODE / Deploy AI LLM | Works out-of-box, upgradeable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Analytics | Custom Python + Chart.js | Real-time pipeline dashboards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ATS | Webhook normalisers | Drop-in for existing tools |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Why LangGraph specifically: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Each agent is a separate StateGraph with conditional edges — extensible, swappable,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parallelisable per node without touching other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BUSINESS MODEL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SaaS — per-seat or per-pipeline-run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Production roadmap (already written):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Phase | Timeline | Key Change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|-------|----------|-----------|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Phase 1 — Stabilise | 2 weeks | SQLite → PostgreSQL · Redis cache · JWT auth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Phase 2 — Scale | 6 weeks | LLM scoring live · Celery async · outcomes feedback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Phase 3 — Production | 8 weeks | Kubernetes · observability · HMAC webhook security |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| Phase 4 — Growth | Month 4+ | Multi-region · GDPR · LinkedIn API · GitHub direct |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LLM cost at launch scale:</a:t>
            </a:r>
          </a:p>
          <a:p>
            <a:r>
              <a:rPr sz="1100">
                <a:solidFill>
                  <a:srgbClr val="C0C5E0"/>
                </a:solidFill>
                <a:latin typeface="Calibri"/>
              </a:rPr>
              <a:t>~$0.02/candidate × 1,000 candidates/month = $20/month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Market: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Global ATS market: $2.7B (2025) → $3.8B (2028)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Target: Startups + boutique tech recruiters who need signal over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Calibri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11556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The question we're answering: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*"Who's learning the fastest? — and for hiring in an AI-first world,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that's the only question that matters."*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What we built: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3 LangGraph agents, fully functional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Enterprise ATS integrations (Greenhouse · Lever · BambooHR)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Multi-tenant architecture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Scoring algorithm with learning velocity as core signal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Auto-generated personalised outreach campaigns</a:t>
            </a:r>
          </a:p>
          <a:p>
            <a:pPr lvl="1"/>
            <a:r>
              <a:rPr sz="1100">
                <a:solidFill>
                  <a:srgbClr val="C0C5E0"/>
                </a:solidFill>
                <a:latin typeface="Calibri"/>
              </a:rPr>
              <a:t>• ✅ Production roadmap ready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Try it: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🔗 https://q1inyxqs.run.complete.dev</a:t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Code:</a:t>
            </a:r>
          </a:p>
          <a:p>
            <a:r>
              <a:rPr sz="1200" i="1">
                <a:solidFill>
                  <a:srgbClr val="FFD700"/>
                </a:solidFill>
                <a:latin typeface="Calibri"/>
              </a:rPr>
              <a:t>🐙 github.com/agentic-wq/velocityhire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88AA"/>
                </a:solidFill>
                <a:latin typeface="Calibri"/>
              </a:rPr>
              <a:t>⚡ VelocityHire  ·  Complete.dev AI Agent Hackathon 2026  ·  https://q1inyxqs.run.complete.dev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